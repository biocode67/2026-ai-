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-3.7%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204,062명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+40.2%p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 (권역유형 평균 CBI)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65.5%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동면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72점 ↔ 최하위 2점,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37,249건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 표준데이터 +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상가정보(2653)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생활권 지표로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위치/주소가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신안동, 쌍용동, 신방동, 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문성동, 중앙동, 봉명동, 일봉동, 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성거읍, 직산읍, 성환읍, 목천읍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7개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72점, 최하위 동면 2점.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57.7 vs 48.5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65.5%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항목을 나눠 보니 원도심과 농촌면의 사정이 서로 달랐습니다. 원도심은 시설과 상권을 갖췄는데 사람이 빠지고, 농촌면은 전반이 부족합니다.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 61 · 상권여건 53 · 인구활력 38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부족한 것은 시설이 아니라 사람입니다.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새로 짓기보다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 16 · 생활SOC 8 · 상권여건 6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특정 항목이 아니라 전반이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11(+158%), 1(+81%)으로,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10.79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3" y="2103120"/>
            <a:ext cx="448362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146" y="2103120"/>
            <a:ext cx="548132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+40.2%p, 신규 수혜인구 약 204,062명.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+5.69%p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+4.86%p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+4.23%p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+3.89%p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16,101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+2.97%p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+2.51%p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가장 높은 곳은 24으로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현재 상태: 실데이터 지표 3/5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