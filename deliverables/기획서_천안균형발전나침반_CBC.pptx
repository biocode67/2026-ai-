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7종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AB219"/>
                </a:solidFill>
                <a:latin typeface="맑은 고딕"/>
                <a:ea typeface="맑은 고딕"/>
                <a:cs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격차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-3.7%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204,062명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12개소 · 커버리지 +40.2%p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 (권역유형 평균 CBI)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65.5%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불당동 ↔ 동면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72점 ↔ 최하위 2점,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'쇠퇴'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389120"/>
            <a:ext cx="10874959" cy="138988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572000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138928"/>
            <a:ext cx="104241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상가(상권)정보(data.go.kr)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37,249건 매칭 / 25개 생활권 · 개폐업 시계열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 표준데이터 + 상가정보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상가정보(2653)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통계(천안시 동남구·서북구 단위)를 넣으면 생활권 지표로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위치/주소가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성정동, 신안동, 쌍용동, 신방동, 청룡동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성남면, 북면, 광덕면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불당동, 부성동,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문성동, 중앙동, 봉명동, 일봉동, 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성거읍, 직산읍, 성환읍, 목천읍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7개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CBI 균형발전지수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불당동 72점, 최하위 동면 2점. (3개 도메인 · 7개 지표)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47" y="2084831"/>
            <a:ext cx="4186641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57.7 vs 48.5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65.5%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0.416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항목을 나눠 보니 원도심과 농촌면의 사정이 서로 달랐습니다. 원도심은 시설과 상권을 갖췄는데 사람이 빠지고, 농촌면은 전반이 부족합니다.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68" y="2157984"/>
            <a:ext cx="392323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 61 · 상권여건 53 · 인구활력 38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부족한 것은 시설이 아니라 사람입니다.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새로 짓기보다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 16 · 생활SOC 8 · 상권여건 6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특정 항목이 아니라 전반이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13248"/>
            <a:ext cx="10874959" cy="84124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541264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815584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풍세면(+158%), 문성동(+81%) — 두 곳 모두 신축 입주가 이어진 지역입니다.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사람이 돌아온다는 뜻으로 읽었습니다.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10.79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-3.7%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-0.135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73" y="2103120"/>
            <a:ext cx="4483629" cy="397763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146" y="2103120"/>
            <a:ext cx="548132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상위 12개소 우선 투자 시 취약수요 커버리지 +40.2%p, 신규 수혜인구 약 204,062명.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96" y="2212848"/>
            <a:ext cx="380206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26,717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+5.69%p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+5.11%p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23,066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+4.86%p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+4.23%p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17,505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+3.89%p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16,101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+2.97%p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16,248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+2.51%p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10,432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+1.83%p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어디서 멈춰도 근거가 남습니다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곡선이 있으면 예산이 조정돼도 '몇 개소까지가 합리적인가'를 답할 수 있습니다.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518" y="2212848"/>
            <a:ext cx="3505379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328" y="2212848"/>
            <a:ext cx="3933439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예산 심의에서 자주 나오는 질문은 '왜 이 순서인가'와 '반만 하면 어떻게 되나'입니다.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곡선은 두 질문에 함께 답합니다. 좌측 그림의 좌상단(고령↑·SOC↓)이 먼저 살펴볼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원성동은 인구가 5년 새 -11% 움직였고 고령 비율은 32%입니다.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시설은 가까이 있는데 함께 사시던 이웃이 줄어드는 동네입니다.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동면은 고령 비율 54%로 가장 높습니다.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현재 상태: 실데이터 지표 3/5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