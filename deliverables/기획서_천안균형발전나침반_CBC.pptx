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5567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※ 주거, 이동성 지표군 미확보 — 지수에서 제외하고 산출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44952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44952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21024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44952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공공데이터를 넣는 것부터 정책 자료가 나오기까지, 스크립트 하나로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475"/>
                <a:gridCol w="1830438"/>
                <a:gridCol w="1399747"/>
                <a:gridCol w="2691821"/>
                <a:gridCol w="247647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 (연령별 인구현황)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 · 총인구수 ·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 · 청년비율 · 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km²당 사업체수 · 업종 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·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 · 소재지주소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접근성 · 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95020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※ 주거, 이동성 지표군은 확보하지 못해 지수에서 제외했습니다 — 예시 값으로 채우지 않았습니다.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245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4535424"/>
          <a:ext cx="10874957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350"/>
                <a:gridCol w="1754025"/>
                <a:gridCol w="3741921"/>
                <a:gridCol w="4209661"/>
              </a:tblGrid>
              <a:tr h="2529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위치(좌표 또는 주소)가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3308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잘못된 배분이 결론을 바꾸기 때문입니다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5888736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더 중요하게 볼지 저희가 정하지 않았습니다. 데이터에서 자동으로 정해집니다.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확보 3개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3" y="2715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청년(20~39세) 비율 · 고령(65세+) 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상권여건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3" y="328269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km2당 사업체수 · 상권 순증감률(개업-폐업) · 폐업률 · 업종 다양성(Shannon)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3" y="38496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 점수 · 인구천명당 생활SOC수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주거  (미확보)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441655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이동성  (미확보)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8063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km2당 버스정류장수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5292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÷ Σzⱼ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12724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eⱼ = −k · Σ pⱼ ln pⱼ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40156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wⱼ ∝ (1 − eⱼ)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3730752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 큰 가중치를 받습니다.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사람이 개입하지 않아 누가 돌려도 같은 값이 나옵니다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늘거나 빠져도 가중치가 자동으로 다시 나뉩니다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'왜 이 가중치인가'를 수식 한 줄로 답할 수 있습니다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7607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확보하지 못한 지표는 임의값으로 채우지 않고 지수에서 제외하며, 그 사실을 산출물에 남깁니다.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결측을 평균으로 메워 순위를 왜곡하는 흔한 실수를 구조적으로 막기 위한 장치입니다.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권역 간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3504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순위가 아니라 여러 지표의 조합으로 나눕니다.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시간이 갈수록 서로 다른 방향으로 갈라집니다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 궤적이 갈수록 벌어집니다. 그냥 두어서 저절로 좁혀지지는 않는 흐름으로 보입니다.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303520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43153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30568" y="5138928"/>
            <a:ext cx="4709160" cy="87782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59168" y="5266944"/>
            <a:ext cx="4297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않는다'는 예측입니다.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수준이고,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변화의 크기까지는 아직입니다(R²가 낮은 이유).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위쪽에 있는 곳일수록, 지금보다 앞으로 더 살펴볼 필요가 크다는 뜻입니다.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61888" y="5998464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49424"/>
            <a:ext cx="566928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37744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Σᵢ dᵢ·yᵢ      s.t.  yᵢ ≤ Σⱼ∈Nᵢ xⱼ,  Σⱼ xⱼ =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 안에서 가장 많은 분께 닿는 자리를 고르는 계산입니다.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3814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3814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— 한 사람을 똑같이 세지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12463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높고 지수가 낮은 동네의 1명을 더 크게 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65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56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도달 범위 — 반경 1.0km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30832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걸어서 15분 거리입니다. 행정경계를 넘는 이용도 그대로 반영합니다.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7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48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— 빈집·노후 밀집 격자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49200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둡니다.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93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932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근거 — 탐욕해의 품질 보장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567568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문제는 최적해의 63% 이상이 수학적으로 보장되는 형태입니다.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동면의 생활SOC 접근성 점수는 0점으로 가장 낮습니다.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문서에 나오는 말 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전문용어를 쓰지 않고는 방법을 설명하기 어려워 몇 개를 썼습니다. 뜻을 한 줄씩 적어 둡니다.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31136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CBI 균형발전지수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0~100점 하나로 합친 값. 높을수록 생활 여건이 나은 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35808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엔트로피 가중법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얼마나 중요하게 볼지 사람이 정하지 않고, 동네 간 차이를 잘 드러내는 지표에 자동으로 더 큰 무게를 주는 방법입니다.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0480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중력모형 접근성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시설이 멀수록 이용이 줄어든다고 보고 거리에 따라 점수를 매깁니다. 옆 동네 시설도 걸어갈 수 있으면 함께 셉니다.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45152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K-means 군집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비슷한 특성을 가진 동네끼리 자동으로 묶는 방법입니다.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49824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윈저화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유난히 튀는 값 하나가 전체를 흔들지 않도록 위아래 5%를 경계값으로 눌러 주는 처리입니다.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2231136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37375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조합해 결과를 예측하는 기계학습 모형 중 하나입니다.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7" y="3035808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5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5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 동네를 빼고 학습한 뒤 그 동네를 맞혀 봅니다. 처음 보는 동네에도 통하는지 확인하려는 검증 방식입니다.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40480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37375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SHAP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5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모형이 왜 그렇게 예측했는지, 어떤 항목이 얼마나 영향을 줬는지 나눠서 보여 주는 기법입니다.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7" y="4645152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7375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5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개수만 지을 수 있을 때 가장 많은 분께 닿는 자리를 고르는 문제입니다.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5449824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5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지니계수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값이 얼마나 고르게 퍼져 있는지 재는 수치입니다. 0에 가까우면 고르고, 1에 가까우면 한쪽에 쏠려 있다는 뜻입니다.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과정을 공개 스크립트 한 줄로 실행하실 수 있습니다 (python3 src/run_all.py)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시드를 고정해 군집·모델 결과가 실행할 때마다 같습니다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만들어집니다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설정이 전부 코드에 적혀 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썼습니다 (크롤링 없음)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민간데이터를 무단으로 쓰지 않았습니다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모든 지표가 생활권 단위 집계값이라 개인식별정보를 다루지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분석표에 자동으로 기록합니다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73168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495604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확보한 데이터만으로 산출합니다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266944"/>
            <a:ext cx="104241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확보하지 못한 지표는 임의값이나 예시 값으로 채우지 않고 지수에서 제외합니다.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파이프라인이 매 실행마다 지표별 상태를 판정해 로그·대시보드·본 기획서에 함께 표기하므로,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문서의 어떤 수치도 채워 넣은 값이 아닙니다.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6053328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현재 상태 — 실데이터 지표군 3/5  ·  주거, 이동성은 미확보로 지수에서 제외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