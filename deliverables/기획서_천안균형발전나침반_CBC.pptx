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12종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76.4 vs 원도심 44.0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+5.3%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+7.0%p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76.4 vs 원도심 평균 44.0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56.5%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불당동 ↔ 수신면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82점 ↔ 최하위 6점,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11개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'주의'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풍세면, 병천면, 입장면,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일봉동, 봉명동, 원성동, 중앙동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12개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불당동 82점, 최하위 수신면 6점.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115" y="2084831"/>
            <a:ext cx="4353305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1.74배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76.4 vs 44.0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0.318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56.5%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4" y="2157984"/>
            <a:ext cx="4966507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2286000"/>
            <a:ext cx="7040880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12(+158%), 3(+81%)으로,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9.85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+5.3%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48" y="2103120"/>
            <a:ext cx="471927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512" y="2103120"/>
            <a:ext cx="557459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+7.0%p,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400" y="2212848"/>
            <a:ext cx="4444255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+0.37%p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+0.35%p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07" y="2212848"/>
            <a:ext cx="3870601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265192"/>
            <a:ext cx="4023360" cy="30957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