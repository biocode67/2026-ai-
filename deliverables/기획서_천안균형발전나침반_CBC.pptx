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48.9 vs 원도심 38.1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0.421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+5.3%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대기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위치 자료 필요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0개소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평균 CBI 48.9 vs 원도심 평균 38.1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0.421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78.6%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문성동 ↔ 성남면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91점 ↔ 최하위 0점,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'주의'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 또는 LOCALDATA 인허가 파일을 넣으면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facility_*.csv 또는 상가정보를 넣으면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통계(천안시 동남구·서북구 단위)를 넣으면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위치/주소가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신안동, 청룡동, 성정동, 신방동, 쌍용동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북면, 광덕면, 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부성동, 불당동,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성거읍, 직산읍, 목천읍,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3개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문성동 91점, 최하위 성남면 0점.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48.9 vs 38.1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0.421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78.6%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826" y="2157984"/>
            <a:ext cx="4383923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1(+158%), 0(+81%)으로,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9.85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+5.3%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3" y="2103120"/>
            <a:ext cx="448362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146" y="2103120"/>
            <a:ext cx="548132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생활SOC 위치 자료 확보 후 산출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커버리지 계산에는 기존 생활SOC의 위치가 필요합니다. 현재는 미확보 상태입니다.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77440"/>
            <a:ext cx="10874959" cy="13716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78407" y="2615184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설계와 코드는 완성되어 있고, 자료가 들어오면 즉시 산출됩니다.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301752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필요한 자료: 소상공인 상가(상권)정보 또는 공공데이터포털 생활SOC 표준데이터(위경도 포함)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산출물: 순위 · 생활권 · 시설유형 · 새로 닿는 인구 · 커버리지 개선폭이 담긴 표와 지도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가장 높은 곳은 23으로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