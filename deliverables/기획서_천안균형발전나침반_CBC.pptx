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김주형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동남부 원도심과 농촌면은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천안시민인데 사시는 곳에 따라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확보된 공공데이터 7개 지표로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여건을 수치화하고,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살펴본 뒤,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18304"/>
            <a:ext cx="30449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그 이유, 12개소 우선순위표입니다.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</a:t>
            </a:r>
          </a:p>
          <a:p>
            <a:pPr algn="l">
              <a:lnSpc>
                <a:spcPct val="148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79806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401568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7307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005072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334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60857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937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212080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55412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빈집률 — 빈집 27,067호 (KOSIS 2025, 시 단위)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7" y="2212848"/>
            <a:ext cx="5074920" cy="37673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상가(상권)정보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표준데이터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통계(시 단위)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도메인별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시설(상가정보에서 추출)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국가데이터처_미거주주택(빈집)비율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국가데이터처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04164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출처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334256"/>
          <a:ext cx="10874957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상가(상권)정보에서 생활SOC 시설 추출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 미거주주택(빈집)비율(시도/시/군/구)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 전체 10.0% · 27,067호 — 시 단위 단일값이라 배경 수치로만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도메인 · 7개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7249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43200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83280"/>
            <a:ext cx="68580" cy="5120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438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456432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96512"/>
            <a:ext cx="68580" cy="5120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415137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4169664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생활SOC수 · 생활SOC 접근성 점수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— 지표가 늘거나 빠져도 가중치가 자동으로 다시 나뉘므로, 결측을 평균으로 메울 필요가 없습니다.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설계입니다.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85" y="2139696"/>
            <a:ext cx="453516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9168" y="213969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6개 생활권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59168" y="2468880"/>
          <a:ext cx="4480556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399"/>
                <a:gridCol w="914399"/>
                <a:gridCol w="914399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59168" y="4590288"/>
            <a:ext cx="4480560" cy="1316736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96912" y="477316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표를 어떻게 보면 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6912" y="5047488"/>
            <a:ext cx="40233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숫자는 25개 생활권 중 몇 번째로 위험한지를 0~100으로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  나타낸 값입니다 (100이 가장 위험).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'변화'가 클수록 지금보다 나빠질 것으로 본 곳입니다.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그렇게 봤는지도 함께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숫자만 있으면 '왜 이 동네인가'를 설명하기 어렵습니다. 어떤 항목이 결과를 끌어올렸는지 나눠서 보여드립니다.</a:t>
            </a:r>
          </a:p>
        </p:txBody>
      </p:sp>
      <p:pic>
        <p:nvPicPr>
          <p:cNvPr id="5" name="Picture 4" descr="05_SHAP_요인분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2" y="2212848"/>
            <a:ext cx="669196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705856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왼쪽은 전체적으로 어떤 항목이 예측에 많이 쓰였는지, 오른쪽은 동네마다 어떤 항목이 위험을 끌어올렸는지입니다.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'고위험'이라도 원인이 달라서, 필요한 도움도 서로 다를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CBI 열위 · 고령비율 상위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빈집·노후 자료가 생활권 단위로 확보되면 그 지표로 자동 대체됩니다.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49424"/>
            <a:ext cx="4800600" cy="26700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4505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798064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047488"/>
            <a:ext cx="480060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23036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공개 스크립트 한 줄(python3 src/run_all.py)로 전 과정을 재현합니다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18304"/>
            <a:ext cx="10874959" cy="122529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882896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1755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문서의 모든 수치는 공공데이터에서 계산된 값이며, 임의로 채워 넣거나 만들어낸 값이 없습니다.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매 실행마다 지표별 출처와 수집 시점을 기록해 로그·대시보드·기획서에 함께 남깁니다.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5669280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지수에 쓰인 7개 지표가 모두 공공데이터 실측값입니다  ·  출처·수집시점은 '활용 데이터 명세' 장에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