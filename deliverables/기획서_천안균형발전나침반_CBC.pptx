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7종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5567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※ 이동성 지표군 미확보 — 지수에서 제외하고 산출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격차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-3.7%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204,062명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+40.2%p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동남부 원도심과 농촌면은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천안시민인데 사시는 곳에 따라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확보된 공공데이터 7개 지표로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여건을 수치화하고,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살펴본 뒤,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21024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그 이유, 12개소 우선순위표입니다.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767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798064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 (권역유형 평균 CBI)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401568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7307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65.5%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005072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불당동 ↔ 동면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3342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72점 ↔ 최하위 2점,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608576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937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'쇠퇴' 유형으로 분류되었습니다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5212080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55412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빈집률 — 빈집 27,067호 (KOSIS 2025, 시 단위)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4807" y="2212848"/>
            <a:ext cx="5074920" cy="37673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389120"/>
            <a:ext cx="10874959" cy="138988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57200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138928"/>
            <a:ext cx="104241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공공데이터를 넣는 것부터 정책 자료가 나오기까지, 스크립트 하나로 이어집니다.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상가(상권)정보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표준데이터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통계(시 단위)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도메인별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475"/>
                <a:gridCol w="1830438"/>
                <a:gridCol w="1399747"/>
                <a:gridCol w="2691821"/>
                <a:gridCol w="2476475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 (연령별 인구현황)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 · 총인구수 ·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 · 청년비율 · 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 · 행정동명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km²당 사업체수 · 업종 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상가(상권)정보에서 추출한 생활SOC 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 · 행정동명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접근성 · 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국가데이터처_미거주주택(빈집)비율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국가데이터처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82219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※ 이동성 지표군은 확보하지 못해 지수에서 제외했습니다 — 예시 값으로 채우지 않았습니다.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9663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4462272"/>
          <a:ext cx="10874957" cy="1591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350"/>
                <a:gridCol w="1754025"/>
                <a:gridCol w="3741921"/>
                <a:gridCol w="4209661"/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실데이터(단위 한계)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37,249건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상가(상권)정보에서 생활SOC 시설 추출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상가정보(2653)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실데이터(단위 한계)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 미거주주택(빈집)비율(시도/시/군/구)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 전체 10.0% · 27,067호 — 시 단위 단일값이라 배경 수치로만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 — 지수 제외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위치(좌표 또는 주소)가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3308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잘못된 배분이 결론을 바꾸기 때문입니다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성정동, 신안동, 쌍용동, 신방동, 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성남면, 북면, 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5888736"/>
            <a:ext cx="108749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… 외 3개 (전체는 첨부 분석표 참조)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더 중요하게 볼지 저희가 정하지 않았습니다. 데이터에서 자동으로 정해집니다.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확보 3개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8063" y="2715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청년(20~39세) 비율 · 고령(65세+) 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상권여건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8063" y="3282696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km2당 사업체수 · 상권 순증감률(개업-폐업) · 폐업률 · 업종 다양성(Shannon)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063" y="384962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 점수 · 인구천명당 생활SOC수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주거  (미확보)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3" y="4416551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이동성  (미확보)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8063" y="4983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km2당 버스정류장수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5292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÷ Σzⱼ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12724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eⱼ = −k · Σ pⱼ ln pⱼ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40156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wⱼ ∝ (1 − eⱼ)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3730752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 큰 가중치를 받습니다.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사람이 개입하지 않아 누가 돌려도 같은 값이 나옵니다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늘거나 빠져도 가중치가 자동으로 다시 나뉩니다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'왜 이 가중치인가'를 수식 한 줄로 답할 수 있습니다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2688" y="57607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확보하지 못한 지표는 임의값으로 채우지 않고 지수에서 제외하며, 그 사실을 산출물에 남깁니다.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결측을 평균으로 메워 순위를 왜곡하는 흔한 실수를 구조적으로 막기 위한 장치입니다.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불당동 72점, 최하위 동면 2점. (3개 도메인 · 7개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권역 간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65.5%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3504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순위가 아니라 여러 지표의 조합으로 나눕니다.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항목을 나눠 보니 원도심과 농촌면의 사정이 서로 달랐습니다. 원도심은 시설과 상권을 갖췄는데 사람이 빠지고, 농촌면은 전반이 부족합니다.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 61 · 상권여건 53 · 인구활력 38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부족한 것은 시설이 아니라 사람입니다.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새로 짓기보다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 16 · 생활SOC 8 · 상권여건 6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특정 항목이 아니라 전반이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시간이 갈수록 서로 다른 방향으로 갈라집니다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 궤적이 갈수록 벌어집니다. 그냥 두어서 저절로 좁혀지지는 않는 흐름으로 보입니다.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303520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431536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705856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풍세면(+158%), 문성동(+81%) — 두 곳 모두 신축 입주가 이어진 지역입니다.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사람이 돌아온다는 뜻으로 읽었습니다.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10.79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30568" y="5138928"/>
            <a:ext cx="4709160" cy="87782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059168" y="5266944"/>
            <a:ext cx="4297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않는다'는 예측입니다.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수준이고,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변화의 크기까지는 아직입니다(R²가 낮은 이유).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위쪽에 있는 곳일수록, 지금보다 앞으로 더 살펴볼 필요가 크다는 뜻입니다.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585" y="2139696"/>
            <a:ext cx="453516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59168" y="2139696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6개 생활권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059168" y="2468880"/>
          <a:ext cx="4480556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914399"/>
                <a:gridCol w="914399"/>
                <a:gridCol w="914399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59168" y="4590288"/>
            <a:ext cx="4480560" cy="1316736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296912" y="4773168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표를 어떻게 보면 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6912" y="5047488"/>
            <a:ext cx="402336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숫자는 25개 생활권 중 몇 번째로 위험한지를 0~100으로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  나타낸 값입니다 (100이 가장 위험).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'변화'가 클수록 지금보다 나빠질 것으로 본 곳입니다.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그렇게 봤는지도 함께 보여드립니다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숫자만 있으면 '왜 이 동네인가'를 설명하기 어렵습니다. 어떤 항목이 결과를 끌어올렸는지 나눠서 보여드립니다.</a:t>
            </a:r>
          </a:p>
        </p:txBody>
      </p:sp>
      <p:pic>
        <p:nvPicPr>
          <p:cNvPr id="5" name="Picture 4" descr="05_SHAP_요인분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862" y="2212848"/>
            <a:ext cx="669196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705856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왼쪽은 전체적으로 어떤 항목이 예측에 많이 쓰였는지, 오른쪽은 동네마다 어떤 항목이 위험을 끌어올렸는지입니다.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'고위험'이라도 원인이 달라서, 필요한 도움도 서로 다를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49424"/>
            <a:ext cx="566928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37744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51760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Σᵢ dᵢ·yᵢ      s.t.  yᵢ ≤ Σⱼ∈Nᵢ xⱼ,  Σⱼ xⱼ = 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 안에서 가장 많은 분께 닿는 자리를 고르는 계산입니다.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3814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3814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— 한 사람을 똑같이 세지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12463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높고 지수가 낮은 동네의 1명을 더 크게 셉니다.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5651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5651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도달 범위 — 반경 1.0km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330832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걸어서 15분 거리입니다. 행정경계를 넘는 이용도 그대로 반영합니다.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748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488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— CBI 열위 · 고령비율 상위 격자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49200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빈집·노후 자료가 생활권 단위로 확보되면 그 지표로 자동 대체됩니다.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2932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2932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근거 — 탐욕해의 품질 보장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567568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문제는 최적해의 63% 이상이 수학적으로 보장되는 형태입니다.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249424"/>
            <a:ext cx="4800600" cy="267004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13448" y="24505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2798064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39128" y="5047488"/>
            <a:ext cx="480060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13448" y="523036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+40.2%p, 신규 수혜인구 약 204,062명.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+5.69%p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+5.11%p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23,066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+4.86%p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+4.23%p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17,505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+3.89%p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16,101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+2.97%p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+2.51%p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원성동은 인구가 5년 새 -11% 움직였고 고령 비율은 32%입니다.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시설은 가까이 있는데 함께 사시던 이웃이 줄어드는 동네입니다.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동면의 생활SOC 접근성 점수는 0점으로 가장 낮습니다.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문서에 나오는 말 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전문용어를 쓰지 않고는 방법을 설명하기 어려워 몇 개를 썼습니다. 뜻을 한 줄씩 적어 둡니다.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31136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CBI 균형발전지수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0~100점 하나로 합친 값. 높을수록 생활 여건이 나은 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035808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엔트로피 가중법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얼마나 중요하게 볼지 사람이 정하지 않고, 동네 간 차이를 잘 드러내는 지표에 자동으로 더 큰 무게를 주는 방법입니다.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840480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중력모형 접근성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시설이 멀수록 이용이 줄어든다고 보고 거리에 따라 점수를 매깁니다. 옆 동네 시설도 걸어갈 수 있으면 함께 셉니다.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45152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9536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K-means 군집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비슷한 특성을 가진 동네끼리 자동으로 묶는 방법입니다.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449824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윈저화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유난히 튀는 값 하나가 전체를 흔들지 않도록 위아래 5%를 경계값으로 눌러 주는 처리입니다.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2231136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37375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LightGBM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5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조합해 결과를 예측하는 기계학습 모형 중 하나입니다.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7" y="3035808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37375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5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 동네를 빼고 학습한 뒤 그 동네를 맞혀 봅니다. 처음 보는 동네에도 통하는지 확인하려는 검증 방식입니다.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7" y="3840480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37375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SHAP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5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모형이 왜 그렇게 예측했는지, 어떤 항목이 얼마나 영향을 줬는지 나눠서 보여 주는 기법입니다.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7" y="4645152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7375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5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개수만 지을 수 있을 때 가장 많은 분께 닿는 자리를 고르는 문제입니다.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5449824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5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지니계수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5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값이 얼마나 고르게 퍼져 있는지 재는 수치입니다. 0에 가까우면 고르고, 1에 가까우면 한쪽에 쏠려 있다는 뜻입니다.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공개 스크립트 한 줄(python3 src/run_all.py)로 전 과정을 재현합니다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시드를 고정해 군집·모델 결과가 실행할 때마다 같습니다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만들어집니다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설정이 전부 코드에 적혀 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썼습니다 (크롤링 없음)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민간데이터를 무단으로 쓰지 않았습니다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모든 지표가 생활권 단위 집계값이라 개인식별정보를 다루지 않습니다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분석표에 자동으로 기록합니다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718304"/>
            <a:ext cx="10874959" cy="122529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4882896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확보한 데이터만으로 산출합니다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17550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확보하지 못한 지표는 임의값이나 예시 값으로 채우지 않고 지수에서 제외합니다.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매 실행마다 지표별 상태를 판정해 로그·대시보드·기획서에 함께 표기하므로, 이 문서의 어떤 수치도 채워 넣은 값이 아닙니다.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5669280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현재 상태 — 실데이터 지표군 4/5  ·  이동성은 미확보로 지수에서 제외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