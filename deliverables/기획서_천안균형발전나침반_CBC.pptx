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0.85배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36.7 vs 원도심 43.4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0.177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-1.7%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242,320명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+34.0%p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0.85배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평균 CBI 36.7 vs 원도심 평균 43.4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34.4%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문성동 ↔ 성환읍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70점 ↔ 최하위 14점,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14개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'주의'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13,045건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 표준데이터 +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facility_daycare.csv(239) / facility_hospital.csv(366) / facility_park.csv(133) / 상가정보(490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생활권 지표로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위치/주소가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신안동, 성정동, 청룡동, 신방동, 쌍용동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수신면, 동면,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부성동, 백석동, 불당동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중앙동, 봉명동, 일봉동, 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성거읍, 직산읍, 목천읍,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7개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문성동 70점, 최하위 성환읍 14점.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0.85배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36.7 vs 43.4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0.177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34.4%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2(+158%), 0(+81%)으로,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75%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10.58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+34.0%p, 신규 수혜인구 약 242,320명.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쌍용동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41,603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+7.07%p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+4.02%p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+3.95%p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24,712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+3.54%p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+2.81%p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18,521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+2.33%p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쌍용동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19,772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14,664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9,709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+1.34%p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가장 높은 곳은 4으로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3/5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